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8BE38-BBCA-89F8-F82E-4DF225936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29718-BE52-1543-036B-3CF81941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A7636-BE7E-0E5D-40FC-2B88304C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C7031-6CB4-C350-6CE3-550C6A64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69C006-EFB4-6F81-6A54-3541D74F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49F5C-6E92-D2F8-BEC8-168001D2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68457-9665-0C64-CADB-1A42A6E6B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18F98-B3E8-D04C-A87F-BD3C66E0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9EB4E-F9FA-3482-D83C-FB1E9647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7ADB9A-A0CB-2F32-B809-A6B07D10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9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B35B9-36EA-6148-BC6E-81086770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1E3BF4-648A-DB01-F426-666B21021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6A0CA-C73A-58E7-1440-A19795E6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27FA3-C537-DEB2-8C76-C0846866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F577E-25A7-8B8A-C21B-5EABAA42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18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F1E369-07A5-D62C-5529-E458EEEB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37C96-D3E4-76BD-523E-AF4B10D74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97D1F9-2835-2656-BD91-64C87F288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BC6831-4617-1E91-33C2-E0D21F89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4965B-6EFD-907F-C4CD-B2B7712E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87A31-66B5-9690-5244-46E37B8A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49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112B7-7B0B-A208-3195-F457A778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4E7752-E6CF-B283-D68A-6D83A61B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4E7958-8C21-CE33-15FC-25995900B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23D207-D538-D77C-C025-83E442B3F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D5808-FF8C-85AE-AD9B-AC96E96B6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DBB70D-AE28-70ED-4E44-69EA98DD1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836B9FD-1153-A5D7-FA06-213388D5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B257CF-B6F9-81E9-F304-F22F61FE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53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0DC98-FEBB-CFE5-803E-882A6A1F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AA99C0-AE92-251E-ADC5-283E51858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9ADC92-A124-DBA8-C25D-6DCAA3C2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9FAAB-6513-E6E3-BA61-F18525D0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47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6BD762-EED2-2ED6-B303-31B4E738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B3D662-BA74-7E51-4425-1AF91E14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22710F-7CF7-D76D-9C33-9947345F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7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F9FC-5520-AADB-FBEC-A2C23E42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7A3747-561B-BC32-791B-38CA46C37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84FA55-5B4B-24F8-84B9-D5A847B62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41ADA-3FFC-D869-E6EF-0B93C19E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289B9B-698C-D784-A373-84E4C5C5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2DE484-3BE7-8194-389C-7FEEF8C0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62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A1833-7FE5-1E79-6C74-D30D18FA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8B91B0-CD31-397F-1BD0-4C04EDC31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ED189-3A39-DA4B-AA97-5DDA76F57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E8871-53A7-3EBE-11B6-56DFED04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FAE0A2-85D1-C7BE-9F4E-59D6746D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7306F5-B035-C2AE-F423-1936E6FE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59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3013E-4752-F079-6758-09CCD99F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E2A3B2-EDB3-5090-AFE4-59B4B659D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3EC237-1558-17AD-3739-90F86951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0DBE5-D0FF-6297-79E1-01575B9E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AEF9-DB0B-51E0-E668-C4591044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7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32710D-6421-D1E1-85AB-8BA439B4E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BCF3F1-F9AF-13C6-EE8C-5E432F49C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5E8DD8-4F37-FE4B-4D78-5744A6F7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8241E-D7C3-9E58-D257-DA9FB39B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D0A54-29FD-6145-F460-57D7169F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4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4215B7-3CA2-EFC8-8A5A-5EE207929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98AB7A-45D1-8613-628B-73459CD6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E7517B-422B-80B0-674A-0BB68EF9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E75C7-5D0F-4AAF-A9E1-066A0BE2D506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2A265-04D3-91DF-66F4-A9F249C6F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B6B6B-46E1-D10A-A512-F47CC9EE9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4977C-7A69-4ECE-A659-20BDBA004C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29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07AEB-F5A4-F4AC-665B-F863273F8D02}"/>
              </a:ext>
            </a:extLst>
          </p:cNvPr>
          <p:cNvSpPr txBox="1"/>
          <p:nvPr/>
        </p:nvSpPr>
        <p:spPr>
          <a:xfrm>
            <a:off x="643467" y="-1293618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400" dirty="0">
                <a:latin typeface="HY목각파임B" panose="02030600000101010101" pitchFamily="18" charset="-127"/>
                <a:ea typeface="HY목각파임B" panose="02030600000101010101" pitchFamily="18" charset="-127"/>
                <a:cs typeface="+mj-cs"/>
              </a:rPr>
              <a:t>던전 마이너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D6A16-3990-9B9F-1FBB-27D7EBBA0831}"/>
              </a:ext>
            </a:extLst>
          </p:cNvPr>
          <p:cNvSpPr txBox="1"/>
          <p:nvPr/>
        </p:nvSpPr>
        <p:spPr>
          <a:xfrm>
            <a:off x="643467" y="5277684"/>
            <a:ext cx="4620584" cy="77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lnSpc>
                <a:spcPct val="90000"/>
              </a:lnSpc>
              <a:spcBef>
                <a:spcPts val="1000"/>
              </a:spcBef>
            </a:pPr>
            <a:r>
              <a:rPr lang="en-US" altLang="ko-KR" sz="2400"/>
              <a:t>2022180034 </a:t>
            </a:r>
            <a:r>
              <a:rPr lang="ko-KR" altLang="en-US" sz="2400"/>
              <a:t>이형욱</a:t>
            </a:r>
          </a:p>
        </p:txBody>
      </p:sp>
      <p:pic>
        <p:nvPicPr>
          <p:cNvPr id="7" name="그림 6" descr="텍스트, 만화 영화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9D1DFC-73A5-98FF-DBC3-806A4B33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95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9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A2A3CF-F3DE-FA28-4818-DE183AA0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376986"/>
              </p:ext>
            </p:extLst>
          </p:nvPr>
        </p:nvGraphicFramePr>
        <p:xfrm>
          <a:off x="231106" y="738812"/>
          <a:ext cx="9257038" cy="5916490"/>
        </p:xfrm>
        <a:graphic>
          <a:graphicData uri="http://schemas.openxmlformats.org/drawingml/2006/table">
            <a:tbl>
              <a:tblPr/>
              <a:tblGrid>
                <a:gridCol w="1959644">
                  <a:extLst>
                    <a:ext uri="{9D8B030D-6E8A-4147-A177-3AD203B41FA5}">
                      <a16:colId xmlns:a16="http://schemas.microsoft.com/office/drawing/2014/main" val="7000673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932416631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1000645162"/>
                    </a:ext>
                  </a:extLst>
                </a:gridCol>
                <a:gridCol w="1315694">
                  <a:extLst>
                    <a:ext uri="{9D8B030D-6E8A-4147-A177-3AD203B41FA5}">
                      <a16:colId xmlns:a16="http://schemas.microsoft.com/office/drawing/2014/main" val="3525181687"/>
                    </a:ext>
                  </a:extLst>
                </a:gridCol>
              </a:tblGrid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effectLst/>
                        </a:rPr>
                        <a:t>캐릭터 좌우 움직임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점프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마을 배경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2261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모두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586069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광산 배경 구현 및 캐릭터 전투 시스템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100%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4038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광산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배경 구현 완료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전투 시스템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788251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3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스테이지 및 몬스터 충돌처리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70%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92644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스테이지 구현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몬스터 피격 충돌처리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500188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4</a:t>
                      </a:r>
                      <a:r>
                        <a:rPr lang="ko-KR" altLang="en-US" sz="1400" dirty="0">
                          <a:effectLst/>
                        </a:rPr>
                        <a:t>주차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계획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땅 파기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40%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215189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결과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광산 블록 충돌 처리 </a:t>
                      </a:r>
                      <a:r>
                        <a:rPr lang="en-US" altLang="ko-KR" sz="1400" dirty="0">
                          <a:effectLst/>
                        </a:rPr>
                        <a:t>y</a:t>
                      </a:r>
                      <a:r>
                        <a:rPr lang="ko-KR" altLang="en-US" sz="1400" dirty="0">
                          <a:effectLst/>
                        </a:rPr>
                        <a:t>축 구현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02683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5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상점 시스템</a:t>
                      </a:r>
                      <a:r>
                        <a:rPr lang="en-US" altLang="ko-KR" sz="1400">
                          <a:effectLst/>
                        </a:rPr>
                        <a:t>, </a:t>
                      </a:r>
                      <a:r>
                        <a:rPr lang="ko-KR" altLang="en-US" sz="1400">
                          <a:effectLst/>
                        </a:rPr>
                        <a:t>아이템 시스템</a:t>
                      </a:r>
                      <a:r>
                        <a:rPr lang="en-US" altLang="ko-KR" sz="1400">
                          <a:effectLst/>
                        </a:rPr>
                        <a:t> </a:t>
                      </a:r>
                      <a:r>
                        <a:rPr lang="ko-KR" altLang="en-US" sz="1400">
                          <a:effectLst/>
                        </a:rPr>
                        <a:t>추가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10724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02959486"/>
                  </a:ext>
                </a:extLst>
              </a:tr>
              <a:tr h="28265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6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던전 스테이지 구현 및 보스 추가 </a:t>
                      </a: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13567"/>
                  </a:ext>
                </a:extLst>
              </a:tr>
              <a:tr h="282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9328849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7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UI </a:t>
                      </a:r>
                      <a:r>
                        <a:rPr lang="ko-KR" altLang="en-US" sz="1400">
                          <a:effectLst/>
                        </a:rPr>
                        <a:t>추가</a:t>
                      </a:r>
                      <a:r>
                        <a:rPr lang="en-US" altLang="ko-KR" sz="1400">
                          <a:effectLst/>
                        </a:rPr>
                        <a:t>, </a:t>
                      </a:r>
                      <a:r>
                        <a:rPr lang="ko-KR" altLang="en-US" sz="1400">
                          <a:effectLst/>
                        </a:rPr>
                        <a:t>세부적인 요소 추가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344032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9738413"/>
                  </a:ext>
                </a:extLst>
              </a:tr>
              <a:tr h="341131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8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버그 수정</a:t>
                      </a:r>
                      <a:r>
                        <a:rPr lang="en-US" altLang="ko-KR" sz="1400">
                          <a:effectLst/>
                        </a:rPr>
                        <a:t>, </a:t>
                      </a:r>
                      <a:r>
                        <a:rPr lang="ko-KR" altLang="en-US" sz="1400">
                          <a:effectLst/>
                        </a:rPr>
                        <a:t>세부요소 수정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951196"/>
                  </a:ext>
                </a:extLst>
              </a:tr>
              <a:tr h="341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23514140"/>
                  </a:ext>
                </a:extLst>
              </a:tr>
              <a:tr h="282652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effectLst/>
                        </a:rPr>
                        <a:t>9</a:t>
                      </a:r>
                      <a:r>
                        <a:rPr lang="ko-KR" altLang="en-US" sz="1400">
                          <a:effectLst/>
                        </a:rPr>
                        <a:t>주차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계획 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최종 마무리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84892"/>
                  </a:ext>
                </a:extLst>
              </a:tr>
              <a:tr h="2826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>
                          <a:effectLst/>
                        </a:rPr>
                        <a:t>결과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dirty="0">
                        <a:effectLst/>
                      </a:endParaRPr>
                    </a:p>
                  </a:txBody>
                  <a:tcPr marL="35902" marR="35902" marT="35902" marB="3590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53780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DA55C4-8D72-997C-A579-7118B843B63C}"/>
              </a:ext>
            </a:extLst>
          </p:cNvPr>
          <p:cNvSpPr txBox="1"/>
          <p:nvPr/>
        </p:nvSpPr>
        <p:spPr>
          <a:xfrm>
            <a:off x="279400" y="2026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개발일정</a:t>
            </a:r>
          </a:p>
        </p:txBody>
      </p:sp>
    </p:spTree>
    <p:extLst>
      <p:ext uri="{BB962C8B-B14F-4D97-AF65-F5344CB8AC3E}">
        <p14:creationId xmlns:p14="http://schemas.microsoft.com/office/powerpoint/2010/main" val="370745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FCA532-ECCC-FB9E-2BEE-93075323F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02" y="872311"/>
            <a:ext cx="7314198" cy="43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69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131</Words>
  <Application>Microsoft Office PowerPoint</Application>
  <PresentationFormat>와이드스크린</PresentationFormat>
  <Paragraphs>47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HY목각파임B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이형욱(2022180034)</dc:creator>
  <cp:lastModifiedBy>이형욱(2022180034)</cp:lastModifiedBy>
  <cp:revision>5</cp:revision>
  <dcterms:created xsi:type="dcterms:W3CDTF">2025-10-01T12:19:32Z</dcterms:created>
  <dcterms:modified xsi:type="dcterms:W3CDTF">2025-11-12T14:26:08Z</dcterms:modified>
</cp:coreProperties>
</file>